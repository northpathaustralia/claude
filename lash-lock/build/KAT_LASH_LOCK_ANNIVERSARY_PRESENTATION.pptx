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"Before you ask — yes, this is a slide deck, and yes, I know exactly who I am. Stay with me. This is a love letter with a spreadsheet attached."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down. This slide is the point. Everything after it is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her actual words/stories here if she's vented about fallout — specificity is the romance.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"You know this problem better than anyone I could hire. That's the entire premise."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Verified vs estimated is marked throughout the full plan — show her the documents exist; don't read them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"The name was my working title — you'll get a vote on everything, including this."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Emphasise: every claim gets proven in testing first — that's her domain if she wants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"When you do this on camera the first time, that's the brand launching."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Genuine choice — present both fairly, then next slide gives the recommendation. Her preference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"If having your name in it feels like too much spotlight, Halo &amp; Arc is fully developed as the fallback. Your call."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slide; the glyph does the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"You've got better colour instincts than I do — consider this a first draft you're allowed to attack."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cost discipline: stock case + printed sleeve first, custom case when sales earn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"Customer number one is basically your client list and your comment section."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oversell. The honesty is the pitch — to Kat and to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"You'd never have to dance on TikTok. Teaching what you already know is the entire strategy."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here. Ask: "Which of these, if any, sounds like fun rather than work?" Then be quiet and listen.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last sentence exactly. It matters more than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"There's no scenario where we bet savings on a guess."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"it's actually fun" slide — pitch the making, not the managing.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"The plan's first rule outranks every other: no inventory before evidence."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openly that pricing is tested in validation (survey + preorders), not decreed.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subtitle out loud. Then: "Scenario one is the only one we assume."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"Day 60 is a real meeting with a real veto. Both of us hold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light — this slide is permission to dream, not a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"Fifteen expert lenses reviewed it; the average score was 7.1/10 and the vote was 'go after validation'. The full documents are yours to read."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presenting. Close the laptop lid halfway. Ask what she's feeling, not what she thinks.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letter (10_FOUNDER_LETTER_TO_KAT.md) is handed over here, printed.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C9B8B0"/>
                </a:solidFill>
                <a:latin typeface="Inter"/>
              </a:rPr>
              <a:t>01/28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965960"/>
            <a:ext cx="10180015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AF5F0"/>
                </a:solidFill>
                <a:latin typeface="Fraunces"/>
              </a:rPr>
              <a:t>Kat, I Built This Idea Around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29000"/>
            <a:ext cx="101800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1">
                <a:solidFill>
                  <a:srgbClr val="F2C9C2"/>
                </a:solidFill>
                <a:latin typeface="Inter"/>
              </a:rPr>
              <a:t>Happy anniversary · 19 July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1600200"/>
            <a:ext cx="822960" cy="4572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13551" y="1417320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02/28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Another year of 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And the thing I kept noticing all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Every time I watched you work this year, I saw the same thing: someone the room trusts completely. Clients hand you their biggest days. You never miss. This gift started as a question — what could I build that deserves her?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a real photo of Kat working (chosen by James), warm-graded.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photo left half, text right half.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03/28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The moment this idea was born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You've solved this problem a thousand times with a tissue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I've watched you tuck a folded tissue under a client's lashes, hold it with one hand, work with the other, and quietly beat a problem the whole beauty industry just tolerates. You told me once it drives you mad. I believed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editorial-style shot of the tissue trick (real photo or labelled concept image).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big quote card style; visual as background at 20% opacity.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04/28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Fallout ruins finished 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A problem every makeup wearer recognises in one second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Shimmer, glitter and pigment drop onto the under-eye and wreck the base beneath. The fixes people use today: tissues, powder, tape, or disposable stickers that cost money forever and can't be repositioned. Time lost, product wasted, photos spoiled.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split image — pristine base vs fallout-dusted under-eye (real demo photo when available; label any concept image).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split-screen comparison.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05/28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Everyone has the problem. Nobody owns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What the research actually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Disposable shields sell worldwide (one brand made Oprah's magazine) — but they're consumables with complaints. Reusable versions exist as $6 generic paddles with no fit, no brand, no education. No one has built the premium, artist-led answer. In Australia, Quick Flick proved one clever eye tool can become a $10M brand in 1,500 stores.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simple competitor map: two axes (disposable↔reusable, generic↔premium) with an open top-right quadrant marked with the gold arc.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headline + quadrant chart.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06/28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Lash Lock™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A reusable shield that catches the mess before it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A featherlight silicone crescent that hugs the curve under the eye, hands-free. Fallout lands in its catch channel — not on skin. Flip it for a liner straight-edge and mascara guard. Rinse, case, reuse for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hero product render (brief 7.4) captioned "concept render".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product hero — image dominant, three-word benefits under.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07/28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Small tool, real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Designed to be tested on real faces before we spend real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Feather-thin edge that won't crease concealer · catch channel that shows what it saved · wing edge for liner · grip tab · skin-safe platinum silicone · wash-and-go hygiene · Duo Kit with case, mini brush and technique cards.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annotated diagram (spec view 1, 03_PRODUCT_SPECIFICATION.md).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centre diagram, feature callouts radiating.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08/28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Seat. Create. Lift. Done.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The demo is seven seconds long — that's the marketing, too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1. Seat the feather edge under the lashes. 2. Do the boldest look you know. 3. Lift away — tap the glitter into the bin. The base never knew it happened.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three-step sequence (in-use concept board, brief 7.7, labelled concept).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three panels, numbered.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09/28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What do we call the company?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Twenty names were scored. Two finalists.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Option A: Katch Beauty — because it catches fallout, and because it starts with you. Option B: Halo &amp; Arc — elegant, geometric, quieter. (Lash Lock stays the product name either way.)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both wordmarks side by side (briefs 7.1 variants).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two cards, A/B.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10/28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Katch Beauty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Lash Lock™ by Katch Beauty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The recommendation: a house brand named for you, with room to grow past one product — and a first product that keeps its honest, descriptive name. Still to verify: trademark and handles (that's a this-month job, and names can change).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Katch Beauty primary wordmark large; gold arc glyph.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logo showcase.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11/28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The arc is the idea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A crescent that catches one falling dot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No eyes, no lashes, no clichés. One thin arc — the product's silhouette — cradling a single caught particle. It embosses on silicone, foils on boxes, and reads at 16 pixels.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icon (brief 7.3) at three sizes; embossed-on-case mock.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icon triptych.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12/28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Quiet luxury, working hands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Porcelain · Blush · Espresso · a whisper of gold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Warm, calm, premium — a brand that looks like your studio feels. Sage green is reserved for the professional 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five swatches with names, plus one styled flat-lay.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swatch row + image.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13/28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The unboxing is the second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Matte porcelain box, blush reveal, one gold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Two shields nested in a ventilated case, a mini fallout brush, four technique cards written by a working artist — you. Recyclable board, no plastic windows. It should feel like a gift, because for most buyers it will be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packaging mockup (brief 7.5), labelled concept.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image-dominant with three annotations.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14/28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Who buys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Two customers, one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The glam lover (18–45): does event and occasion looks, lives on TikTok and Reels, redoes her under-eye weekly and hates it. The working MUA: faces this on every client, needs hygiene between faces, buys tools that save minutes. You speak both languages natively.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two profile cards with illustrative photos.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two-column personas.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15/28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The honest reasons to believe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And the honest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Believe: the demo is instantly convincing on video; disposables cost more over a year; no premium brand owns this space; your credibility is unfakeable. Risks: cheap copies will follow, and we must prove people will pay $35 for engineered fit. That's why we validate before we spend.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two-column believe/risk list with icons.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balanced two-column.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16/28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A seven-second story, told a hundred 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Education first, product second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One hundred content ideas are already written: the problem era, the build-in-public era, the launch era. Real demos only — an AI-honesty policy is part of the brand. The channel teaches clean application; the tool is the recurring hero.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mock phone grid of content thumbnails.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phone mock right, three era labels left.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17/28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Only the parts you want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A menu, not a rota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Product truth-teller (final say on "does this work on real faces") · the face and teacher on camera · pro-community bridge · creative director of look and feel. Any of these. All of these. None of these — and it can stay a side project we tinker on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four elegant menu cards.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2×2 card grid.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18/28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I carry the boring bits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So the craft stays yours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Strategy, money, suppliers, website, logistics, legals, spreadsheets, customer service systems — mine. I take the financial risk. Where the business touches your name, your face, or your work, you get it in writing: pay, credit, a licence over your own likeness, and a documented path to ownership if this becomes ours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simple two-swimlane role diagram (James / Kat).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diagram + one bold sentence.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19/28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We prove it before we spend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Three gates, three budgets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Gate 1: post the problem, build a waitlist (≈$600). Gate 2: prototype on real faces, ask ten working artists (≤$2,500 total). Gate 3: only if 300+ people join and 30+ preorder — first small production run (≤$7,500 total). Miss the gates? We stop, having lost less than a weekend 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three-gate pathway graphic with dollar caps.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horizontal timeline.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20/28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Made in our kitchen, tested on real 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3D-printed moulds, skin-safe silicone, ten volunteers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Week one: sketches become a 3D model. Week two: we pour the first shields ourselves. Week three: ten faces — including working artists — tell us the truth. You'd be the chief judge of every version.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process strip: sketch → mould → pour → face test.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four-step filmstrip.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21/28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Small money, strict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All figures Australian dollars, all capped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Validation: ~$600. Full validation: ≤$2,500. Launch (only after proof): ≤$7,500 — includes company setup, tooling, insurance, and the first 300 kits. Not spent early: ads, agencies, big inventory, fancy offices.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three stacked budget bars with padlocks on gates.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bar visual + rules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22/28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Premium, and priced to prove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Estimated — the waitlist gets the final vote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Duo Kit $34.95 · Single $19.95 · Pro Kit $59.95. It costs roughly $8.50 to land a Duo Kit here — the margin funds honest content, quality parts, and eventually, people. A year of disposables costs more than one kit.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three price cards; small cost-per-use comparison chart.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pricing cards.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23/28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Four honest futures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Projections, not promises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Validation pace: ~$1,000/month. Early brand: ~$5,300/month. Strong growth: ~$24,000/month. Breakout (needs virality + retail): ~$104,000/month. Each scenario lists exactly what must be true first — and none of them are guaranteed.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four ascending columns with "what must be true" footnotes.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column chart + footnote band.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24/28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The first ninety days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Starting tomorrow, if you're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72 hours: name checks, first problem videos. Week 1: sketches, designer briefed. Weeks 2–4: prototypes on faces, ten artist interviews. Day 60: the binding go/no-go meeting. Days 61–90: if GO — company, tooling, 300 kits, launch prep.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five-phase horizontal roadmap.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timeline.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25/28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One tool is a product. A system is a brand.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Where this can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Pro Kit for artists → replaceable hygiene inserts → cleaning ritual set → Brow Lock, Lip Lock, the clean-application family. And a professional education arm with your name on it, if you ever want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product family tree from the arc glyph.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branching diagram.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B1E1C"/>
                </a:solidFill>
                <a:latin typeface="Inter"/>
              </a:rPr>
              <a:t>26/28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8218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B1E1C"/>
                </a:solidFill>
                <a:latin typeface="Fraunces"/>
              </a:rPr>
              <a:t>What could kill it (we checked)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6821844" cy="457200"/>
          </a:xfrm>
          <a:prstGeom prst="roundRect">
            <a:avLst>
              <a:gd name="adj" fmla="val 4500"/>
            </a:avLst>
          </a:prstGeom>
          <a:solidFill>
            <a:srgbClr val="F2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" bIns="18288"/>
          <a:lstStyle/>
          <a:p>
            <a:pPr algn="ctr"/>
            <a:r>
              <a:rPr sz="1400" i="1">
                <a:solidFill>
                  <a:srgbClr val="2B1E1C"/>
                </a:solidFill>
                <a:latin typeface="Inter"/>
              </a:rPr>
              <a:t>A red team attacked this plan on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82184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1E1C"/>
                </a:solidFill>
                <a:latin typeface="Inter"/>
              </a:rPr>
              <a:t>Copycats will come — so we file a design registration and build the brand they can't copy. Demand might be shallower than it looks — so gates block spending until proof. Cheap lookalikes exist — so we sell the system, not the paddle. And if the evidence says stop, we stop, on schedule, still friends with our money.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6323" y="1417320"/>
            <a:ext cx="3741011" cy="3977639"/>
          </a:xfrm>
          <a:prstGeom prst="roundRect">
            <a:avLst>
              <a:gd name="adj" fmla="val 4500"/>
            </a:avLst>
          </a:prstGeom>
          <a:solidFill>
            <a:srgbClr val="F3ECE6"/>
          </a:solidFill>
          <a:ln w="9525">
            <a:solidFill>
              <a:srgbClr val="F2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01168" bIns="201168"/>
          <a:lstStyle/>
          <a:p>
            <a:pPr algn="ctr"/>
            <a:r>
              <a:rPr sz="1000" b="1">
                <a:solidFill>
                  <a:srgbClr val="C9A227"/>
                </a:solidFill>
                <a:latin typeface="Inter"/>
              </a:rPr>
              <a:t>VISUAL DIRECTION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50" i="1">
                <a:solidFill>
                  <a:srgbClr val="2B1E1C"/>
                </a:solidFill>
                <a:latin typeface="Inter"/>
              </a:rPr>
              <a:t>shield-and-gate iconography; council scorecard mini-graphic.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7A6A64"/>
                </a:solidFill>
                <a:latin typeface="Inter"/>
              </a:rPr>
              <a:t>Layout: risk/mitigation pairs.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502920" cy="5486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7063" y="63093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C9B8B0"/>
                </a:solidFill>
                <a:latin typeface="Inter"/>
              </a:rPr>
              <a:t>27/28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965960"/>
            <a:ext cx="10180015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AF5F0"/>
                </a:solidFill>
                <a:latin typeface="Fraunces"/>
              </a:rPr>
              <a:t>Go — after we prove it. Together, if you want.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29000"/>
            <a:ext cx="101800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1">
                <a:solidFill>
                  <a:srgbClr val="F2C9C2"/>
                </a:solidFill>
                <a:latin typeface="Inter"/>
              </a:rPr>
              <a:t>And "not yet" is a real 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7441" y="4160520"/>
            <a:ext cx="773681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E9DED8"/>
                </a:solidFill>
                <a:latin typeface="Inter"/>
              </a:rPr>
              <a:t>The professional verdict: GO AFTER VALIDATION. The personal one: this only works if it makes your life bigger, not busier. Yes, yes-but-smaller, not-yet, and no are all answers I've planned for. The company can wait. The idea keeps. You're the part that can't be replaced.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84367" y="1600200"/>
            <a:ext cx="822960" cy="4572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13551" y="1417320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2743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C9B8B0"/>
                </a:solidFill>
                <a:latin typeface="Inter"/>
              </a:rPr>
              <a:t>28/28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965960"/>
            <a:ext cx="10180015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AF5F0"/>
                </a:solidFill>
                <a:latin typeface="Fraunces"/>
              </a:rPr>
              <a:t>Happy anniversary, Kat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29000"/>
            <a:ext cx="101800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1">
                <a:solidFill>
                  <a:srgbClr val="F2C9C2"/>
                </a:solidFill>
                <a:latin typeface="Inter"/>
              </a:rPr>
              <a:t>I didn't build you a business. I built you a beginning.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7441" y="4160520"/>
            <a:ext cx="773681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E9DED8"/>
                </a:solidFill>
                <a:latin typeface="Inter"/>
              </a:rPr>
              <a:t>Whatever you choose, tonight I mostly wanted you to see what I see: someone whose skill deserves to be built around. The rest is detail. I love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84367" y="1600200"/>
            <a:ext cx="822960" cy="4572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13551" y="1417320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